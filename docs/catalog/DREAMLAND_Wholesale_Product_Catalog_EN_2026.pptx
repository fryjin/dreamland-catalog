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image" Target="../media/image-1-2.webp"/><Relationship Id="rId3" Type="http://schemas.openxmlformats.org/officeDocument/2006/relationships/image" Target="../media/image-1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webp"/><Relationship Id="rId2" Type="http://schemas.openxmlformats.org/officeDocument/2006/relationships/image" Target="../media/image-3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webp"/><Relationship Id="rId2" Type="http://schemas.openxmlformats.org/officeDocument/2006/relationships/image" Target="../media/image-4-2.webp"/><Relationship Id="rId3" Type="http://schemas.openxmlformats.org/officeDocument/2006/relationships/image" Target="../media/image-4-3.webp"/><Relationship Id="rId4" Type="http://schemas.openxmlformats.org/officeDocument/2006/relationships/image" Target="../media/image-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webp"/><Relationship Id="rId2" Type="http://schemas.openxmlformats.org/officeDocument/2006/relationships/image" Target="../media/image-5-2.webp"/><Relationship Id="rId3" Type="http://schemas.openxmlformats.org/officeDocument/2006/relationships/image" Target="../media/image-5-3.webp"/><Relationship Id="rId4" Type="http://schemas.openxmlformats.org/officeDocument/2006/relationships/image" Target="../media/image-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webp"/><Relationship Id="rId2" Type="http://schemas.openxmlformats.org/officeDocument/2006/relationships/image" Target="../media/image-6-2.webp"/><Relationship Id="rId3" Type="http://schemas.openxmlformats.org/officeDocument/2006/relationships/image" Target="../media/image-6-3.webp"/><Relationship Id="rId4" Type="http://schemas.openxmlformats.org/officeDocument/2006/relationships/image" Target="../media/image-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webp"/><Relationship Id="rId2" Type="http://schemas.openxmlformats.org/officeDocument/2006/relationships/image" Target="../media/image-7-2.webp"/><Relationship Id="rId3" Type="http://schemas.openxmlformats.org/officeDocument/2006/relationships/image" Target="../media/image-7-3.webp"/><Relationship Id="rId4" Type="http://schemas.openxmlformats.org/officeDocument/2006/relationships/image" Target="../media/image-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webp"/><Relationship Id="rId2" Type="http://schemas.openxmlformats.org/officeDocument/2006/relationships/image" Target="../media/image-8-2.webp"/><Relationship Id="rId3" Type="http://schemas.openxmlformats.org/officeDocument/2006/relationships/image" Target="../media/image-8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webp"/><Relationship Id="rId2" Type="http://schemas.openxmlformats.org/officeDocument/2006/relationships/image" Target="../media/image-9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webp"/><Relationship Id="rId2" Type="http://schemas.openxmlformats.org/officeDocument/2006/relationships/image" Target="../media/image-10-2.webp"/><Relationship Id="rId3" Type="http://schemas.openxmlformats.org/officeDocument/2006/relationships/image" Target="../media/image-10-3.webp"/><Relationship Id="rId4" Type="http://schemas.openxmlformats.org/officeDocument/2006/relationships/image" Target="../media/image-1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webp"/><Relationship Id="rId2" Type="http://schemas.openxmlformats.org/officeDocument/2006/relationships/image" Target="../media/image-11-2.webp"/><Relationship Id="rId3" Type="http://schemas.openxmlformats.org/officeDocument/2006/relationships/image" Target="../media/image-11-3.webp"/><Relationship Id="rId4" Type="http://schemas.openxmlformats.org/officeDocument/2006/relationships/image" Target="../media/image-11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webp"/><Relationship Id="rId2" Type="http://schemas.openxmlformats.org/officeDocument/2006/relationships/image" Target="../media/image-12-2.webp"/><Relationship Id="rId3" Type="http://schemas.openxmlformats.org/officeDocument/2006/relationships/image" Target="../media/image-12-3.webp"/><Relationship Id="rId4" Type="http://schemas.openxmlformats.org/officeDocument/2006/relationships/image" Target="../media/image-12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webp"/><Relationship Id="rId2" Type="http://schemas.openxmlformats.org/officeDocument/2006/relationships/image" Target="../media/image-13-2.webp"/><Relationship Id="rId3" Type="http://schemas.openxmlformats.org/officeDocument/2006/relationships/image" Target="../media/image-13-3.webp"/><Relationship Id="rId4" Type="http://schemas.openxmlformats.org/officeDocument/2006/relationships/image" Target="../media/image-1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webp"/><Relationship Id="rId2" Type="http://schemas.openxmlformats.org/officeDocument/2006/relationships/image" Target="../media/image-14-2.webp"/><Relationship Id="rId3" Type="http://schemas.openxmlformats.org/officeDocument/2006/relationships/image" Target="../media/image-14-3.webp"/><Relationship Id="rId4" Type="http://schemas.openxmlformats.org/officeDocument/2006/relationships/image" Target="../media/image-1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webp"/><Relationship Id="rId2" Type="http://schemas.openxmlformats.org/officeDocument/2006/relationships/image" Target="../media/image-15-2.webp"/><Relationship Id="rId3" Type="http://schemas.openxmlformats.org/officeDocument/2006/relationships/image" Target="../media/image-15-3.webp"/><Relationship Id="rId4" Type="http://schemas.openxmlformats.org/officeDocument/2006/relationships/image" Target="../media/image-1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webp"/><Relationship Id="rId2" Type="http://schemas.openxmlformats.org/officeDocument/2006/relationships/image" Target="../media/image-16-2.webp"/><Relationship Id="rId3" Type="http://schemas.openxmlformats.org/officeDocument/2006/relationships/image" Target="../media/image-16-3.webp"/><Relationship Id="rId4" Type="http://schemas.openxmlformats.org/officeDocument/2006/relationships/image" Target="../media/image-1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webp"/><Relationship Id="rId2" Type="http://schemas.openxmlformats.org/officeDocument/2006/relationships/image" Target="../media/image-17-2.webp"/><Relationship Id="rId3" Type="http://schemas.openxmlformats.org/officeDocument/2006/relationships/image" Target="../media/image-17-3.webp"/><Relationship Id="rId4" Type="http://schemas.openxmlformats.org/officeDocument/2006/relationships/image" Target="../media/image-1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webp"/><Relationship Id="rId2" Type="http://schemas.openxmlformats.org/officeDocument/2006/relationships/image" Target="../media/image-18-2.webp"/><Relationship Id="rId3" Type="http://schemas.openxmlformats.org/officeDocument/2006/relationships/image" Target="../media/image-18-3.webp"/><Relationship Id="rId4" Type="http://schemas.openxmlformats.org/officeDocument/2006/relationships/image" Target="../media/image-1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webp"/><Relationship Id="rId2" Type="http://schemas.openxmlformats.org/officeDocument/2006/relationships/image" Target="../media/image-19-2.webp"/><Relationship Id="rId3" Type="http://schemas.openxmlformats.org/officeDocument/2006/relationships/image" Target="../media/image-19-3.webp"/><Relationship Id="rId4" Type="http://schemas.openxmlformats.org/officeDocument/2006/relationships/image" Target="../media/image-1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webp"/><Relationship Id="rId2" Type="http://schemas.openxmlformats.org/officeDocument/2006/relationships/image" Target="../media/image-20-2.webp"/><Relationship Id="rId3" Type="http://schemas.openxmlformats.org/officeDocument/2006/relationships/image" Target="../media/image-20-3.webp"/><Relationship Id="rId4" Type="http://schemas.openxmlformats.org/officeDocument/2006/relationships/image" Target="../media/image-2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webp"/><Relationship Id="rId2" Type="http://schemas.openxmlformats.org/officeDocument/2006/relationships/image" Target="../media/image-21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webp"/><Relationship Id="rId2" Type="http://schemas.openxmlformats.org/officeDocument/2006/relationships/image" Target="../media/image-22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webp"/><Relationship Id="rId2" Type="http://schemas.openxmlformats.org/officeDocument/2006/relationships/image" Target="../media/image-23-2.webp"/><Relationship Id="rId3" Type="http://schemas.openxmlformats.org/officeDocument/2006/relationships/image" Target="../media/image-23-3.webp"/><Relationship Id="rId4" Type="http://schemas.openxmlformats.org/officeDocument/2006/relationships/image" Target="../media/image-2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webp"/><Relationship Id="rId2" Type="http://schemas.openxmlformats.org/officeDocument/2006/relationships/image" Target="../media/image-24-2.webp"/><Relationship Id="rId3" Type="http://schemas.openxmlformats.org/officeDocument/2006/relationships/image" Target="../media/image-24-3.webp"/><Relationship Id="rId4" Type="http://schemas.openxmlformats.org/officeDocument/2006/relationships/image" Target="../media/image-2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webp"/><Relationship Id="rId2" Type="http://schemas.openxmlformats.org/officeDocument/2006/relationships/image" Target="../media/image-25-2.webp"/><Relationship Id="rId3" Type="http://schemas.openxmlformats.org/officeDocument/2006/relationships/image" Target="../media/image-25-3.webp"/><Relationship Id="rId4" Type="http://schemas.openxmlformats.org/officeDocument/2006/relationships/image" Target="../media/image-2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webp"/><Relationship Id="rId2" Type="http://schemas.openxmlformats.org/officeDocument/2006/relationships/image" Target="../media/image-26-2.webp"/><Relationship Id="rId3" Type="http://schemas.openxmlformats.org/officeDocument/2006/relationships/image" Target="../media/image-26-3.webp"/><Relationship Id="rId4" Type="http://schemas.openxmlformats.org/officeDocument/2006/relationships/image" Target="../media/image-2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webp"/><Relationship Id="rId2" Type="http://schemas.openxmlformats.org/officeDocument/2006/relationships/image" Target="../media/image-27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webp"/><Relationship Id="rId2" Type="http://schemas.openxmlformats.org/officeDocument/2006/relationships/image" Target="../media/image-28-2.webp"/><Relationship Id="rId3" Type="http://schemas.openxmlformats.org/officeDocument/2006/relationships/image" Target="../media/image-28-3.webp"/><Relationship Id="rId4" Type="http://schemas.openxmlformats.org/officeDocument/2006/relationships/image" Target="../media/image-2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webp"/><Relationship Id="rId2" Type="http://schemas.openxmlformats.org/officeDocument/2006/relationships/image" Target="../media/image-29-2.webp"/><Relationship Id="rId3" Type="http://schemas.openxmlformats.org/officeDocument/2006/relationships/image" Target="../media/image-29-3.webp"/><Relationship Id="rId4" Type="http://schemas.openxmlformats.org/officeDocument/2006/relationships/image" Target="../media/image-2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53312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WHOLESALE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94436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EDITION  · 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Hand-carved candles for wholesale, gifting and custom projects.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3400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 ACTIVE PRODUCTS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56509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19  /  Masterpiece 46  /  Holiday 16  /  Classic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806440" y="530352"/>
            <a:ext cx="187452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9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2" y="603504"/>
            <a:ext cx="1728216" cy="259689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18120" y="1051560"/>
            <a:ext cx="187452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11" name="Image 1" descr="/workspaces/DREAMLAND-CATALOG/images/products/MPC001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1124712"/>
            <a:ext cx="1728216" cy="2596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829800" y="658368"/>
            <a:ext cx="182880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13" name="Image 2" descr="/workspaces/DREAMLAND-CATALOG/images/products/HOL001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952" y="731520"/>
            <a:ext cx="1682496" cy="259689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806440" y="3959352"/>
            <a:ext cx="5852160" cy="2039112"/>
          </a:xfrm>
          <a:prstGeom prst="roundRect">
            <a:avLst/>
          </a:prstGeom>
          <a:solidFill>
            <a:srgbClr val="E9E0D5"/>
          </a:solidFill>
          <a:ln w="12700">
            <a:solidFill>
              <a:srgbClr val="E9E0D5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144768" y="431596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FROM CURRENT ACTIVE CATALOG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144768" y="469087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by product ID.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Configure size, scent and packaging with your quotation request.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OVERVIEW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collections. One inquiry flow.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products marked active in the source catalog are included.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508760"/>
            <a:ext cx="2606040" cy="1993392"/>
          </a:xfrm>
          <a:prstGeom prst="roundRect">
            <a:avLst/>
          </a:prstGeom>
          <a:solidFill>
            <a:srgbClr val="E9E0D5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8952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58952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• 8% fragrance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337560" y="1508760"/>
            <a:ext cx="2606040" cy="19933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566160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• 10% fragrance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144768" y="1508760"/>
            <a:ext cx="2606040" cy="1993392"/>
          </a:xfrm>
          <a:prstGeom prst="roundRect">
            <a:avLst/>
          </a:prstGeom>
          <a:solidFill>
            <a:srgbClr val="E9E0D5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373368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3368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• selectable scent series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951976" y="1508760"/>
            <a:ext cx="2606040" cy="19933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576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80576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80576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• S/M/L/XL mixable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530352" y="40599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SIZE OPTIONS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035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3327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× 13cm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222199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72491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× 17cm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391363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41655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× 21cm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560527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XL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10819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× 26cm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7543800" y="4059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NOTES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43800" y="4462272"/>
            <a:ext cx="4096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colors are reference only.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Handmade production may create slight variation.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Final quotation depends on configuration and order quantity.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everyday carved candles with Robertet fragrance options.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ADV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19  •  1/5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03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04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19  •  2/5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5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Sunset Coral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06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Pumpkin Pie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07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Reverie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0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19  •  3/5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9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C09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0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Gentle Warmth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C10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1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Sky Rain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C11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12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Eden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C12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19  •  4/5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13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C13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4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C14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5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Yellow Green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C15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16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C16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17–19 of 19  •  5/5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17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C17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8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ADV018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C18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9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ADV019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C19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0D5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carved candles paired with CandleScience fragrance oils.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MPC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MPC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46  •  1/12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Heartbeat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C20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Joy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C21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03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 Garden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C22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04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Brown Sugar Latte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C23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46  •  2/12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5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Night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C24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06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Isabella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C25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07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Cranberry Rouge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C26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0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Madame Butterfly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C27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46  •  3/12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9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Blooming Wonderland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C28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0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Island With You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C29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1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Sirius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C30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12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Starry Serenity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C31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46  •  4/12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13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Seraph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C32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4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Celadon Green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C33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5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Bahama Mirage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C34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16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Encounter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C35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17–20 of 46  •  5/12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17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Qingqing Zijin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C36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8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MPC018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C37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9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MPC019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 Soda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C38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0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MPC020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Frost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C39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21–24 of 46  •  6/12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Sea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C40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2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Love You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C41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23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Paradise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C42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4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Whale Fall Galaxy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C43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25–28 of 46  •  7/12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5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 Salt Jasmine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C44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26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Blossom Dream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C45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27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Fairy Tale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C46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Winnie Bear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C47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29–32 of 46  •  8/12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9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Summer Dream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C48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0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Night Wish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C49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31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Colored Glaze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C50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32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Dune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C51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33–36 of 46  •  9/12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33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Little Prince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C52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4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Bubble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C53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36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MPC036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37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MPC037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37–40 of 46  •  10/12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19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38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MPC038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9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MPC039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40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MPC040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41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MPC041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41–44 of 46  •  11/12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42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43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MPC043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44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MPC044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4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45–46 of 46  •  12/12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49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50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MPC050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4DC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carved candles with selectable fragrance-series options.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HOL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HOL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16  •  1/4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03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C03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04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C04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16  •  2/4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5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C05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06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C06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07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C07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0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C08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16  •  3/4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9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- No White Snowflake Drizzle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C09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10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C10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C10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11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C11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C11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12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C12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C12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16  •  4/4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13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C13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C13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14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C14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C14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15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C15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C15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16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C16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C16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AE4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carved candles with a lighter fragrance profile.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CLA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CLA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8  •  1/2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CLA001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Dongchuan Crimson Glow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CLA002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Meili Afterglow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CLA003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Luoping Golden Waves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CLA004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Banna Verdant Layers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8  •  2/2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29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CLA005/cover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Erhai Azure Ripples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CLA006/cover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City Jacaranda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CLA007/cover.web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Pu'er Ink Elegance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CLA008/cover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Yunling Rainbow Glow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ORDERING &amp; CUSTOMIZATION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a clearer wholesale inquiry.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product ID shown on each card when requesting a quotation.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171B8156  •  30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98448" y="1527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products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94760" y="1508760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active product IDs from the four collections.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298448" y="2103120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660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98448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configuration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94760" y="2633472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size, fragrance series, packaging and requested quantity.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298448" y="3227832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3776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customization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94760" y="3758184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Colors, scents, packaging and branding can be discussed for custom projects.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298448" y="4352544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910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98448" y="4901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quotation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94760" y="4882896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pricing, lead time and delivery are confirmed after requirements are reviewed.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30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66928" y="1508760"/>
            <a:ext cx="5760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READY TO BUILD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INQUIRY?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6928" y="309067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your pieces, note the product IDs and quantities, and send one organized request for quotation.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76288" y="1005840"/>
            <a:ext cx="4434840" cy="4498848"/>
          </a:xfrm>
          <a:prstGeom prst="roundRect">
            <a:avLst/>
          </a:prstGeom>
          <a:solidFill>
            <a:srgbClr val="23211F"/>
          </a:solidFill>
          <a:ln w="10160">
            <a:solidFill>
              <a:srgbClr val="4A45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42048" y="14813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SUMMARY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242048" y="19019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6410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CFC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PRODUCTS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242048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49840" y="29077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242048" y="34107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149840" y="3410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42048" y="391363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149840" y="39136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42048" y="44165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49840" y="441655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6181344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88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feat/en-product-catalog-ppt @ 171b81568e11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641080" y="6181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70" kern="0" dirty="0">
                <a:solidFill>
                  <a:srgbClr val="8F88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EDITION  • 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DREAMLAND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DREAMLAND Wholesale Product Catalog — English Edition</dc:title>
  <dc:subject>English wholesale carved candle product catalog</dc:subject>
  <dc:creator>DREAMLAND</dc:creator>
  <cp:lastModifiedBy>DREAMLAND</cp:lastModifiedBy>
  <cp:revision>1</cp:revision>
  <dcterms:created xsi:type="dcterms:W3CDTF">2026-08-25T15:40:04Z</dcterms:created>
  <dcterms:modified xsi:type="dcterms:W3CDTF">2026-08-25T15:40:04Z</dcterms:modified>
</cp:coreProperties>
</file>